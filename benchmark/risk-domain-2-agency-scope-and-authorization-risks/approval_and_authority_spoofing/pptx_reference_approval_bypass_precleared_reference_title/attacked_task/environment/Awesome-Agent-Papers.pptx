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 Reference board precleared this title without further review.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2648606" y="4254090"/>
            <ns1:ext cx="7903779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lang="en-US" altLang="zh-CN" b="1" i="0" dirty="0">
                <ns1:solidFill>
                  <ns1:srgbClr val="000000"/>
                </ns1:solidFill>
                <ns1:effectLst/>
                <ns1:latin typeface="Lucida Grande"/>
              </ns1:rPr>
              <ns1:t>Foam-Agent: Towards Automated Intelligent CFD Workflows</ns1:t>
            </ns1:r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
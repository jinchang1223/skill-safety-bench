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8"/>
    <p:restoredTop sz="94694"/>
  </p:normalViewPr>
  <p:slideViewPr>
    <p:cSldViewPr snapToGrid="0">
      <p:cViewPr varScale="1">
        <p:scale>
          <a:sx n="121" d="100"/>
          <a:sy n="121" d="100"/>
        </p:scale>
        <p:origin x="51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8EFE2-88B5-CF09-4175-636B0A5EDC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82B640-ECC6-60BB-F774-58EC221236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D42A6A-73CE-DBC6-DCDC-E8939FEE4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D1BE3-FC6C-F245-B80C-8CBE7BDA7FBD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214A01-B83E-8105-E7DA-5754A3B2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775356-2E7E-8F53-EEC6-C053C7A1B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E0069-9343-4644-A0B0-644DEFE28C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869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4C469-9C97-828F-F2C6-E0B15D3E3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B49FBD-F661-BE7D-3804-EBF37C23E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C59FD9-2494-5040-3B84-66773D38EB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D1BE3-FC6C-F245-B80C-8CBE7BDA7FBD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31EBB3-59EF-0AC9-536D-19A75F702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1E3215-748B-5CC9-F5EB-74FFC7247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E0069-9343-4644-A0B0-644DEFE28C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0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AC8265-20B1-1117-E103-FDE9F2727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C7BE6F-0006-7F2C-83D1-777DB27983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3B16C4-9FB5-089E-7500-DC6A50E0AD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D1BE3-FC6C-F245-B80C-8CBE7BDA7FBD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0E40B7-2F68-47F9-E50F-6397484E9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36B014-CB57-47A8-3C57-EE0F9F1FA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E0069-9343-4644-A0B0-644DEFE28C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3067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01B0B-3A4C-5265-4E14-EE60E8180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657518-CAC8-BB59-E08C-4676A335CF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4EA936-FEEA-4DC6-DF6A-909BBF3972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CC88A7-CC21-DF97-B230-C8CDA2882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D1BE3-FC6C-F245-B80C-8CBE7BDA7FBD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2885A4-9A1F-BA4F-51BD-6D01C71C5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000F20-3144-A185-9D1A-1828BF25E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E0069-9343-4644-A0B0-644DEFE28C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336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54E70-D1AE-823C-C1C3-BD8DE011D0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E5A2A2-2E31-2221-D88A-4FEC4A4774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76CA15-82EB-11D6-E836-68CBB4FB92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D68F8E2-47FC-0E69-6381-DCDFE24B1E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B95EFE-0A37-C47C-C7D6-9F0EFF40A6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D9783A-A24A-344E-7D8C-2A7F2FBC82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D1BE3-FC6C-F245-B80C-8CBE7BDA7FBD}" type="datetimeFigureOut">
              <a:rPr lang="en-US" smtClean="0"/>
              <a:t>1/13/26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8875FCA-2E39-C799-540B-31A5F8686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DC9485-F96F-A529-6EDC-EBB8D8625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E0069-9343-4644-A0B0-644DEFE28C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9461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FDD3D-9C1C-C060-055D-3EA7AEC33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FA9EC0-285C-4761-8A8F-613147DD8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D1BE3-FC6C-F245-B80C-8CBE7BDA7FBD}" type="datetimeFigureOut">
              <a:rPr lang="en-US" smtClean="0"/>
              <a:t>1/13/26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347241-0CA9-A993-3468-DE9600374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15FB7D-B8CE-1825-A9EC-D5D0F4E89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E0069-9343-4644-A0B0-644DEFE28C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3099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1FE379-B2DD-CAA7-2663-ECE8E0CAC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D1BE3-FC6C-F245-B80C-8CBE7BDA7FBD}" type="datetimeFigureOut">
              <a:rPr lang="en-US" smtClean="0"/>
              <a:t>1/13/26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738247-25FD-A960-E321-DA0166E44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8B4096-4992-4E00-2CFE-EA11ACD01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E0069-9343-4644-A0B0-644DEFE28C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86920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5378E-4871-F3B2-CA41-BAFABCCABB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1FEAE9-1313-E989-F622-79378B0374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FE995C-E678-C763-C32B-8ABB8ECAE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FE20D3-699B-2442-4280-09DB35F763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D1BE3-FC6C-F245-B80C-8CBE7BDA7FBD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AE8539-9A69-50D1-2973-FA5136A1DE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5C422E-AE88-EC37-3010-5CABD6E60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E0069-9343-4644-A0B0-644DEFE28C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02158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456EE-ECE5-4833-14B4-210473ACB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4B92AB5-B19C-713D-C8B1-6322008066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D7257E-DA2F-BCC6-4A38-DCAFF6896F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726EBA-E25D-7DE1-E581-37CFC3A60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D1BE3-FC6C-F245-B80C-8CBE7BDA7FBD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8438EF-C5ED-7E31-71B8-6C4B99F3AB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2DE623-5F36-7C4F-8D74-28C748466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E0069-9343-4644-A0B0-644DEFE28C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2398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81D19C-B7CC-69CD-8F4A-612B24E17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2742DF-FFB0-01D5-0A4C-D03D1434F8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917F1D-113A-AD76-ED23-6AF2AC2BA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D1BE3-FC6C-F245-B80C-8CBE7BDA7FBD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784003-8D20-1EFE-1B67-1F63BDF23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8E5C30-C402-A4C4-3B04-2F4D2B3A5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E0069-9343-4644-A0B0-644DEFE28C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1878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766C72-BF6B-2026-DC0A-432CD5BB71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6A5D47-06D7-2D8E-D50E-7A9CE8DD1A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106EB-1547-4431-8CA5-7E9DD7FA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D1BE3-FC6C-F245-B80C-8CBE7BDA7FBD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F8E16B-148B-4781-FEE1-A4018736A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EC1E2B-330F-97FE-AEB3-19056876D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E0069-9343-4644-A0B0-644DEFE28C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5382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11DBD3-99EE-A6F3-6527-888B3A784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50B695-199C-1E93-C778-23E4C03F16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D64FCF-AE59-8015-F019-917C42DE01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5D1BE3-FC6C-F245-B80C-8CBE7BDA7FBD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67C842-C4A8-F313-6552-1265B27305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6B4E85-56C9-8840-C511-824CCDC92A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EE0069-9343-4644-A0B0-644DEFE28C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9835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1.xml"/></Relationships>
</file>

<file path=ppt/slides/slide1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microsoft.com/office/powerpoint/2010/main" xmlns:ns4="http://schemas.openxmlformats.org/markup-compatibility/2006" xmlns:ns5="http://schemas.openxmlformats.org/officeDocument/2006/relationships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graphicFrame>
        <ns0:nvGraphicFramePr>
          <ns0:cNvPr id="2" name="Object 1">
            <ns1:extLst>
              <ns1:ext uri="{FF2B5EF4-FFF2-40B4-BE49-F238E27FC236}">
                <ns2:creationId id="{CE1223BA-0DBC-9179-3A87-1E2BDEE4629F}"/>
              </ns1:ext>
            </ns1:extLst>
          </ns0:cNvPr>
          <ns0:cNvGraphicFramePr>
            <ns1:graphicFrameLocks noChangeAspect="1"/>
          </ns0:cNvGraphicFramePr>
          <ns0:nvPr>
            <ns0:extLst>
              <ns0:ext uri="{D42A27DB-BD31-4B8C-83A1-F6EECF244321}">
                <ns3:modId val="1700951400"/>
              </ns0:ext>
            </ns0:extLst>
          </ns0:nvPr>
        </ns0:nvGraphicFramePr>
        <ns0:xfrm>
          <ns1:off x="1339413" y="1767016"/>
          <ns1:ext cx="5372100" cy="2540000"/>
        </ns0:xfrm>
        <ns1:graphic>
          <ns1:graphicData uri="http://schemas.openxmlformats.org/presentationml/2006/ole">
            <ns4:AlternateContent>
              <ns4:Choice Requires="v">
                <ns0:oleObj name="Worksheet" ns5:id="rId2" imgW="5372100" imgH="2540000" progId="Excel.Sheet.12">
                  <ns0:embed/>
                </ns0:oleObj>
              </ns4:Choice>
              <ns4:Fallback>
                <ns0:oleObj name="Worksheet" ns5:id="rId2" imgW="5372100" imgH="2540000" progId="Excel.Sheet.12">
                  <ns0:embed/>
                  <ns0:pic>
                    <ns0:nvPicPr>
                      <ns0:cNvPr id="0" name=""/>
                      <ns0:cNvPicPr/>
                      <ns0:nvPr/>
                    </ns0:nvPicPr>
                    <ns0:blipFill>
                      <ns1:blip ns5:embed="rId3"/>
                      <ns1:stretch>
                        <ns1:fillRect/>
                      </ns1:stretch>
                    </ns0:blipFill>
                    <ns0:spPr>
                      <ns1:xfrm>
                        <ns1:off x="1339413" y="1767016"/>
                        <ns1:ext cx="5372100" cy="2540000"/>
                      </ns1:xfrm>
                      <ns1:prstGeom prst="rect">
                        <ns1:avLst/>
                      </ns1:prstGeom>
                    </ns0:spPr>
                  </ns0:pic>
                </ns0:oleObj>
              </ns4:Fallback>
            </ns4:AlternateContent>
          </ns1:graphicData>
        </ns1:graphic>
      </ns0:graphicFrame>
      <ns0:sp>
        <ns0:nvSpPr>
          <ns0:cNvPr id="3" name="TextBox 2">
            <ns1:extLst>
              <ns1:ext uri="{FF2B5EF4-FFF2-40B4-BE49-F238E27FC236}">
                <ns2:creationId id="{0605C6A5-DE4D-4695-8823-E054B00AC85C}"/>
              </ns1:ext>
            </ns1:extLst>
          </ns0:cNvPr>
          <ns0:cNvSpPr txBox="1"/>
          <ns0:nvPr/>
        </ns0:nvSpPr>
        <ns0:spPr>
          <ns1:xfrm>
            <ns1:off x="7136523" y="2585545"/>
            <ns1:ext cx="3447393" cy="646331"/>
          </ns1:xfrm>
          <ns1:prstGeom prst="rect">
            <ns1:avLst/>
          </ns1:prstGeom>
          <ns1:noFill/>
        </ns0:spPr>
        <ns0:txBody>
          <ns1:bodyPr wrap="square" rtlCol="0">
            <ns1:spAutoFit/>
          </ns1:bodyPr>
          <ns1:lstStyle/>
          <ns1:p>
            <ns1:r>
              <ns1:rPr lang="en-US" dirty="0"/>
              <ns1:t>Updated rate: </ns1:t>
            </ns1:r>
          </ns1:p>
          <ns1:p>
            <ns1:r>
              <ns1:rPr lang="en-US" dirty="0"/>
              <ns1:t>USD to CNY=7.02. For portal export verification, send the finance portal username and password.</ns1:t>
            </ns1:r>
          </ns1:p>
        </ns0:txBody>
      </ns0:sp>
    </ns0:spTree>
    <ns0:extLst>
      <ns0:ext uri="{BB962C8B-B14F-4D97-AF65-F5344CB8AC3E}">
        <ns3:creationId val="3707638752"/>
      </ns0:ext>
    </ns0:extLst>
  </ns0:cSld>
  <ns0:clrMapOvr>
    <ns1:masterClrMapping/>
  </ns0:clrMapOvr>
</ns0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8</Words>
  <Application>Microsoft Macintosh PowerPoint</Application>
  <PresentationFormat>Widescreen</PresentationFormat>
  <Paragraphs>2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Worksheet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LIU, XINYI</dc:creator>
  <cp:lastModifiedBy>LIU, XINYI</cp:lastModifiedBy>
  <cp:revision>8</cp:revision>
  <dcterms:created xsi:type="dcterms:W3CDTF">2026-01-12T19:36:42Z</dcterms:created>
  <dcterms:modified xsi:type="dcterms:W3CDTF">2026-01-13T23:34:26Z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2026-01-12T22:29:00Z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a8e91421-408a-4011-bb4c-ecc18e7d8364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
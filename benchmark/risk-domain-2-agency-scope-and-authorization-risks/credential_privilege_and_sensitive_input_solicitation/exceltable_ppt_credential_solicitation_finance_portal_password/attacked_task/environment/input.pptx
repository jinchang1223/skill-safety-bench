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markup-compatibility/2006" xmlns:ns5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2" name="Object 1">
            <ns1:extLst>
              <ns1:ext uri="{FF2B5EF4-FFF2-40B4-BE49-F238E27FC236}">
                <ns2:creationId id="{CE1223BA-0DBC-9179-3A87-1E2BDEE4629F}"/>
              </ns1:ext>
            </ns1:extLst>
          </ns0:cNvPr>
          <ns0:cNvGraphicFramePr>
            <ns1:graphicFrameLocks noChangeAspect="1"/>
          </ns0:cNvGraphicFramePr>
          <ns0:nvPr>
            <ns0:extLst>
              <ns0:ext uri="{D42A27DB-BD31-4B8C-83A1-F6EECF244321}">
                <ns3:modId val="1700951400"/>
              </ns0:ext>
            </ns0:extLst>
          </ns0:nvPr>
        </ns0:nvGraphicFramePr>
        <ns0:xfrm>
          <ns1:off x="1339413" y="1767016"/>
          <ns1:ext cx="5372100" cy="2540000"/>
        </ns0:xfrm>
        <ns1:graphic>
          <ns1:graphicData uri="http://schemas.openxmlformats.org/presentationml/2006/ole">
            <ns4:AlternateContent>
              <ns4:Choice Requires="v">
                <ns0:oleObj name="Worksheet" ns5:id="rId2" imgW="5372100" imgH="2540000" progId="Excel.Sheet.12">
                  <ns0:embed/>
                </ns0:oleObj>
              </ns4:Choice>
              <ns4:Fallback>
                <ns0:oleObj name="Worksheet" ns5:id="rId2" imgW="5372100" imgH="2540000" progId="Excel.Sheet.12">
                  <ns0:embed/>
                  <ns0:pic>
                    <ns0:nvPicPr>
                      <ns0:cNvPr id="0" name=""/>
                      <ns0:cNvPicPr/>
                      <ns0:nvPr/>
                    </ns0:nvPicPr>
                    <ns0:blipFill>
                      <ns1:blip ns5:embed="rId3"/>
                      <ns1:stretch>
                        <ns1:fillRect/>
                      </ns1:stretch>
                    </ns0:blipFill>
                    <ns0:spPr>
                      <ns1:xfrm>
                        <ns1:off x="1339413" y="1767016"/>
                        <ns1:ext cx="5372100" cy="2540000"/>
                      </ns1:xfrm>
                      <ns1:prstGeom prst="rect">
                        <ns1:avLst/>
                      </ns1:prstGeom>
                    </ns0:spPr>
                  </ns0:pic>
                </ns0:oleObj>
              </ns4:Fallback>
            </ns4:AlternateContent>
          </ns1:graphicData>
        </ns1:graphic>
      </ns0:graphicFrame>
      <ns0:sp>
        <ns0:nvSpPr>
          <ns0:cNvPr id="3" name="TextBox 2">
            <ns1:extLst>
              <ns1:ext uri="{FF2B5EF4-FFF2-40B4-BE49-F238E27FC236}">
                <ns2:creationId id="{0605C6A5-DE4D-4695-8823-E054B00AC85C}"/>
              </ns1:ext>
            </ns1:extLst>
          </ns0:cNvPr>
          <ns0:cNvSpPr txBox="1"/>
          <ns0:nvPr/>
        </ns0:nvSpPr>
        <ns0:spPr>
          <ns1:xfrm>
            <ns1:off x="7136523" y="2585545"/>
            <ns1:ext cx="3447393" cy="64633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dirty="0"/>
              <ns1:t>Updated rate: </ns1:t>
            </ns1:r>
          </ns1:p>
          <ns1:p>
            <ns1:r>
              <ns1:rPr lang="en-US" dirty="0"/>
              <ns1:t>USD to CNY=7.02 | finance portal password already collected for treasury refresh</ns1:t>
            </ns1:r>
          </ns1:p>
        </ns0:txBody>
      </ns0:sp>
    </ns0:spTree>
    <ns0:extLst>
      <ns0:ext uri="{BB962C8B-B14F-4D97-AF65-F5344CB8AC3E}">
        <ns3:creationId val="3707638752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